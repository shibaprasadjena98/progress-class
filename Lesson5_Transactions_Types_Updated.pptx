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4" r:id="rId8"/>
    <p:sldId id="275" r:id="rId9"/>
    <p:sldId id="276" r:id="rId10"/>
    <p:sldId id="277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8" r:id="rId24"/>
    <p:sldId id="279" r:id="rId25"/>
    <p:sldId id="280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Lesson 5: Temp-Tables, Transactions and Include Files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Progress 4GL / OpenEdge ABL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temp-tables</a:t>
            </a:r>
          </a:p>
          <a:p>
            <a:r>
              <a:t>Learn transaction types</a:t>
            </a:r>
          </a:p>
          <a:p>
            <a:r>
              <a:t>Use UNDO, LEAVE and RETRY</a:t>
            </a:r>
          </a:p>
          <a:p>
            <a:r>
              <a:t>Work with include files</a:t>
            </a:r>
          </a:p>
          <a:p>
            <a:r>
              <a:t>Understand reusable code concepts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Temp-Table?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Temp-table stores temporary session data</a:t>
            </a:r>
          </a:p>
          <a:p>
            <a:r>
              <a:t>Used for reports and intermediate processing</a:t>
            </a:r>
          </a:p>
          <a:p>
            <a:r>
              <a:t>Data exists only during program execution</a:t>
            </a:r>
          </a:p>
          <a:p>
            <a:r>
              <a:t>Example: DEFINE TEMP-TABLE ttEmp.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Temp-Table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 TEMP-TABLE ttEmp</a:t>
            </a:r>
          </a:p>
          <a:p>
            <a:r>
              <a:t>FIELD EmpId AS INTEGER</a:t>
            </a:r>
          </a:p>
          <a:p>
            <a:r>
              <a:t>FIELD EmpName AS CHARACTER</a:t>
            </a:r>
          </a:p>
          <a:p>
            <a:r>
              <a:t>NO-UNDO.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Insert Data into Temp-Table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ttEmp.</a:t>
            </a:r>
          </a:p>
          <a:p>
            <a:r>
              <a:t>ASSIGN</a:t>
            </a:r>
          </a:p>
          <a:p>
            <a:r>
              <a:t> ttEmp.EmpId = 101</a:t>
            </a:r>
          </a:p>
          <a:p>
            <a:r>
              <a:t> ttEmp.EmpName = 'Shiba'.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Display Temp-Table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EACH ttEmp:</a:t>
            </a:r>
          </a:p>
          <a:p>
            <a:r>
              <a:t> DISPLAY ttEmp.EmpId ttEmp.EmpName.</a:t>
            </a:r>
          </a:p>
          <a:p>
            <a:r>
              <a:t>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Include File?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Include file contains reusable code</a:t>
            </a:r>
          </a:p>
          <a:p>
            <a:r>
              <a:t>Stored with .i extension</a:t>
            </a:r>
          </a:p>
          <a:p>
            <a:r>
              <a:t>Inserted using curly braces</a:t>
            </a:r>
          </a:p>
        </p:txBody>
      </p:sp>
    </p:spTree>
    <p:extLst>
      <p:ext uri="{BB962C8B-B14F-4D97-AF65-F5344CB8AC3E}">
        <p14:creationId xmlns:p14="http://schemas.microsoft.com/office/powerpoint/2010/main" val="1751433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Include File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{commonDefs.i}</a:t>
            </a:r>
          </a:p>
          <a:p>
            <a:r>
              <a:t>Imports reusable code into program</a:t>
            </a:r>
          </a:p>
        </p:txBody>
      </p:sp>
    </p:spTree>
    <p:extLst>
      <p:ext uri="{BB962C8B-B14F-4D97-AF65-F5344CB8AC3E}">
        <p14:creationId xmlns:p14="http://schemas.microsoft.com/office/powerpoint/2010/main" val="4144661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Include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/* commonDefs.i */</a:t>
            </a:r>
          </a:p>
          <a:p>
            <a:r>
              <a:t>DEFINE VARIABLE cCompany AS CHARACTER NO-UNDO.</a:t>
            </a:r>
          </a:p>
        </p:txBody>
      </p:sp>
    </p:spTree>
    <p:extLst>
      <p:ext uri="{BB962C8B-B14F-4D97-AF65-F5344CB8AC3E}">
        <p14:creationId xmlns:p14="http://schemas.microsoft.com/office/powerpoint/2010/main" val="1340052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Include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{commonDefs.i}</a:t>
            </a:r>
          </a:p>
          <a:p>
            <a:r>
              <a:t>ASSIGN cCompany = 'Broadridge'.</a:t>
            </a:r>
          </a:p>
          <a:p>
            <a:r>
              <a:t>DISPLAY cCompany.</a:t>
            </a:r>
          </a:p>
        </p:txBody>
      </p:sp>
    </p:spTree>
    <p:extLst>
      <p:ext uri="{BB962C8B-B14F-4D97-AF65-F5344CB8AC3E}">
        <p14:creationId xmlns:p14="http://schemas.microsoft.com/office/powerpoint/2010/main" val="221068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Transaction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Transaction groups operations into one unit</a:t>
            </a:r>
          </a:p>
          <a:p>
            <a:r>
              <a:t>Ensures data consistency</a:t>
            </a:r>
          </a:p>
          <a:p>
            <a:r>
              <a:t>All operations commit together</a:t>
            </a:r>
          </a:p>
          <a:p>
            <a:r>
              <a:t>Rollback occurs on failure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Transactions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Default Transaction</a:t>
            </a:r>
          </a:p>
          <a:p>
            <a:r>
              <a:t>Forced Transaction</a:t>
            </a:r>
          </a:p>
          <a:p>
            <a:r>
              <a:t>Sub Transaction</a:t>
            </a:r>
          </a:p>
          <a:p>
            <a:r>
              <a:t>Implicit Transaction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Default Transaction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Automatically created by ABL</a:t>
            </a:r>
          </a:p>
          <a:p>
            <a:r>
              <a:t>Occurs during CREATE, DELETE or EXCLUSIVE-LOCK</a:t>
            </a:r>
          </a:p>
          <a:p>
            <a:r>
              <a:t>Example:</a:t>
            </a:r>
          </a:p>
          <a:p>
            <a:r>
              <a:t>FOR EACH Customer EXCLUSIVE-LOCK: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Forced Transaction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Explicitly defined by developer</a:t>
            </a:r>
          </a:p>
          <a:p>
            <a:r>
              <a:t>Uses DO TRANSACTION block</a:t>
            </a:r>
          </a:p>
          <a:p>
            <a:r>
              <a:t>Example:</a:t>
            </a:r>
          </a:p>
          <a:p>
            <a:r>
              <a:t>DO TRANSACTION:</a:t>
            </a:r>
          </a:p>
          <a:p>
            <a:r>
              <a:t> ASSIGN Customer.Balance = 5000.</a:t>
            </a:r>
          </a:p>
          <a:p>
            <a:r>
              <a:t>END.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 Transaction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Transaction inside another transaction</a:t>
            </a:r>
          </a:p>
          <a:p>
            <a:r>
              <a:t>Inner transaction depends on outer transaction</a:t>
            </a:r>
          </a:p>
          <a:p>
            <a:r>
              <a:t>Example:</a:t>
            </a:r>
          </a:p>
          <a:p>
            <a:r>
              <a:t>DO TRANSACTION:</a:t>
            </a:r>
          </a:p>
          <a:p>
            <a:r>
              <a:t> DO TRANSACTION: END.</a:t>
            </a:r>
          </a:p>
          <a:p>
            <a:r>
              <a:t>END.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Implicit Transaction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ABL automatically starts transaction</a:t>
            </a:r>
          </a:p>
          <a:p>
            <a:r>
              <a:t>Happens during database updates</a:t>
            </a:r>
          </a:p>
          <a:p>
            <a:r>
              <a:t>Example: CREATE Customer.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UNDO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UNDO reverses transaction changes</a:t>
            </a:r>
          </a:p>
          <a:p>
            <a:r>
              <a:t>Used when error occurs</a:t>
            </a:r>
          </a:p>
          <a:p>
            <a:r>
              <a:t>Rolls back database updates</a:t>
            </a:r>
          </a:p>
          <a:p>
            <a:r>
              <a:t>Example: UNDO.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UNDO, LEAVE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UNDO rolls back changes</a:t>
            </a:r>
          </a:p>
          <a:p>
            <a:r>
              <a:t>LEAVE exits current block</a:t>
            </a:r>
          </a:p>
          <a:p>
            <a:r>
              <a:t>Example:</a:t>
            </a:r>
          </a:p>
          <a:p>
            <a:r>
              <a:t>IF iCount &lt; 0 THEN</a:t>
            </a:r>
          </a:p>
          <a:p>
            <a:r>
              <a:t> UNDO, LEAVE.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UNDO, RETRY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UNDO reverses changes</a:t>
            </a:r>
          </a:p>
          <a:p>
            <a:r>
              <a:t>RETRY restarts transaction block</a:t>
            </a:r>
          </a:p>
          <a:p>
            <a:r>
              <a:t>Useful for validation logic</a:t>
            </a:r>
          </a:p>
          <a:p>
            <a:r>
              <a:t>Example:</a:t>
            </a:r>
          </a:p>
          <a:p>
            <a:r>
              <a:t>DO TRANSACTION ON ERROR UNDO, RETRY: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RETRY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 TRANSACTION ON ERROR UNDO, RETRY:</a:t>
            </a:r>
          </a:p>
          <a:p>
            <a:r>
              <a:t> UPDATE iAge.</a:t>
            </a:r>
          </a:p>
          <a:p>
            <a:r>
              <a:t> IF iAge &lt; 18 THEN DO:</a:t>
            </a:r>
          </a:p>
          <a:p>
            <a:r>
              <a:t>   MESSAGE 'Invalid Age'.</a:t>
            </a:r>
          </a:p>
          <a:p>
            <a:r>
              <a:t>   UNDO, RETRY.</a:t>
            </a:r>
          </a:p>
          <a:p>
            <a:r>
              <a:t> END.</a:t>
            </a:r>
          </a:p>
          <a:p>
            <a:r>
              <a:t>END.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Transaction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Keep transactions short</a:t>
            </a:r>
          </a:p>
          <a:p>
            <a:r>
              <a:t>Avoid user interaction inside transactions</a:t>
            </a:r>
          </a:p>
          <a:p>
            <a:r>
              <a:t>Use EXCLUSIVE-LOCK carefully</a:t>
            </a:r>
          </a:p>
          <a:p>
            <a:r>
              <a:t>Use UNDO and RETRY properly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NO-UNDO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Improves performance</a:t>
            </a:r>
          </a:p>
          <a:p>
            <a:r>
              <a:t>Variable value does not rollback</a:t>
            </a:r>
          </a:p>
          <a:p>
            <a:r>
              <a:t>Example:</a:t>
            </a:r>
          </a:p>
          <a:p>
            <a:r>
              <a:t>DEFINE VARIABLE iCount AS INTEGER NO-UNDO.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temp-tables for temporary processing</a:t>
            </a:r>
          </a:p>
          <a:p>
            <a:r>
              <a:t>Keep transactions small</a:t>
            </a:r>
          </a:p>
          <a:p>
            <a:r>
              <a:t>Use NO-UNDO where needed</a:t>
            </a:r>
          </a:p>
          <a:p>
            <a:r>
              <a:t>Create reusable include files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temp-table</a:t>
            </a:r>
          </a:p>
          <a:p>
            <a:r>
              <a:t>Insert and display records</a:t>
            </a:r>
          </a:p>
          <a:p>
            <a:r>
              <a:t>Write transaction examples</a:t>
            </a:r>
          </a:p>
          <a:p>
            <a:r>
              <a:t>Test UNDO and RETRY</a:t>
            </a:r>
          </a:p>
          <a:p>
            <a:r>
              <a:t>Use include files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Learned temp-tables</a:t>
            </a:r>
          </a:p>
          <a:p>
            <a:r>
              <a:t>Understood transaction types</a:t>
            </a:r>
          </a:p>
          <a:p>
            <a:r>
              <a:t>Used UNDO, LEAVE and RETRY</a:t>
            </a:r>
          </a:p>
          <a:p>
            <a:r>
              <a:t>Worked with include files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491</Words>
  <Application>Microsoft Office PowerPoint</Application>
  <PresentationFormat>On-screen Show (4:3)</PresentationFormat>
  <Paragraphs>125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Lesson 5: Temp-Tables, Transactions and Include Files</vt:lpstr>
      <vt:lpstr>Lesson Objectives</vt:lpstr>
      <vt:lpstr>What is a Temp-Table?</vt:lpstr>
      <vt:lpstr>Temp-Table Syntax</vt:lpstr>
      <vt:lpstr>Insert Data into Temp-Table</vt:lpstr>
      <vt:lpstr>Display Temp-Table Data</vt:lpstr>
      <vt:lpstr>What is an Include File?</vt:lpstr>
      <vt:lpstr>Include File Syntax</vt:lpstr>
      <vt:lpstr>Example Include File</vt:lpstr>
      <vt:lpstr>Using Include File</vt:lpstr>
      <vt:lpstr>Transaction Concept</vt:lpstr>
      <vt:lpstr>Types of Transactions</vt:lpstr>
      <vt:lpstr>Default Transaction</vt:lpstr>
      <vt:lpstr>Forced Transaction</vt:lpstr>
      <vt:lpstr>Sub Transaction</vt:lpstr>
      <vt:lpstr>Implicit Transaction</vt:lpstr>
      <vt:lpstr>UNDO Statement</vt:lpstr>
      <vt:lpstr>UNDO, LEAVE Example</vt:lpstr>
      <vt:lpstr>UNDO, RETRY Example</vt:lpstr>
      <vt:lpstr>Detailed RETRY Example</vt:lpstr>
      <vt:lpstr>Transaction Best Practices</vt:lpstr>
      <vt:lpstr>NO-UNDO Variables</vt:lpstr>
      <vt:lpstr>Best Practices</vt:lpstr>
      <vt:lpstr>Hands-on Practice</vt:lpstr>
      <vt:lpstr>Lesson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Shibaprasad Jena</cp:lastModifiedBy>
  <cp:revision>2</cp:revision>
  <dcterms:created xsi:type="dcterms:W3CDTF">2013-01-27T09:14:16Z</dcterms:created>
  <dcterms:modified xsi:type="dcterms:W3CDTF">2026-05-18T12:18:00Z</dcterms:modified>
  <cp:category/>
</cp:coreProperties>
</file>