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4: Database Access and Record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Progress 4GL / OpenEdge ABL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4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access in ABL</a:t>
            </a:r>
          </a:p>
          <a:p>
            <a:r>
              <a:t>FOR EACH and FIND</a:t>
            </a:r>
          </a:p>
          <a:p>
            <a:r>
              <a:t>Buffer concepts and types</a:t>
            </a:r>
          </a:p>
          <a:p>
            <a:r>
              <a:t>Locks and transactions</a:t>
            </a:r>
          </a:p>
          <a:p>
            <a:r>
              <a:t>Error handling and ERROR-STATUS</a:t>
            </a:r>
          </a:p>
          <a:p>
            <a:r>
              <a:t>CRUD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Tables in ABL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ABL directly works with database tables</a:t>
            </a:r>
          </a:p>
          <a:p>
            <a:r>
              <a:t>Tables contain records and fields</a:t>
            </a:r>
          </a:p>
          <a:p>
            <a:r>
              <a:t>Example tables: Customer, Employee</a:t>
            </a:r>
          </a:p>
          <a:p>
            <a:r>
              <a:t>Example: FOR EACH Customer.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EACH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Loops through multiple records</a:t>
            </a:r>
          </a:p>
          <a:p>
            <a:r>
              <a:t>Example:</a:t>
            </a:r>
          </a:p>
          <a:p>
            <a:r>
              <a:t>FOR EACH Customer:</a:t>
            </a:r>
          </a:p>
          <a:p>
            <a:r>
              <a:t> DISPLAY Customer.Name.</a:t>
            </a:r>
          </a:p>
          <a:p>
            <a:r>
              <a:t>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Retrieves a single record</a:t>
            </a:r>
          </a:p>
          <a:p>
            <a:r>
              <a:t>Example:</a:t>
            </a:r>
          </a:p>
          <a:p>
            <a:r>
              <a:t>FIND Customer WHERE CustNum = 1.</a:t>
            </a:r>
          </a:p>
          <a:p>
            <a:r>
              <a:t>DISPLAY Customer.Name.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NO-LOCK for read-only access</a:t>
            </a:r>
          </a:p>
          <a:p>
            <a:r>
              <a:t>EXCLUSIVE-LOCK for updates</a:t>
            </a:r>
          </a:p>
          <a:p>
            <a:r>
              <a:t>SHARE-LOCK for shared updates</a:t>
            </a:r>
          </a:p>
          <a:p>
            <a:r>
              <a:t>Example: FOR EACH Customer NO-LOCK.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/ UPDATE /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adds new records</a:t>
            </a:r>
          </a:p>
          <a:p>
            <a:r>
              <a:t>ASSIGN updates fields</a:t>
            </a:r>
          </a:p>
          <a:p>
            <a:r>
              <a:t>DELETE removes records</a:t>
            </a:r>
          </a:p>
          <a:p>
            <a:r>
              <a:t>Example: CREATE Customer.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BUFFER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Buffer stores record data in memory</a:t>
            </a:r>
          </a:p>
          <a:p>
            <a:r>
              <a:t>Default buffer automatically created</a:t>
            </a:r>
          </a:p>
          <a:p>
            <a:r>
              <a:t>Custom buffers help avoid conflicts</a:t>
            </a:r>
          </a:p>
          <a:p>
            <a:r>
              <a:t>Example: DEFINE BUFFER bCust FOR Customer.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Buffers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Buffer</a:t>
            </a:r>
          </a:p>
          <a:p>
            <a:r>
              <a:t>Named Buffer (Custom Buffer)</a:t>
            </a:r>
          </a:p>
          <a:p>
            <a:r>
              <a:t>Multiple Buffers for same table</a:t>
            </a:r>
          </a:p>
          <a:p>
            <a:r>
              <a:t>Temp-table buffers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Buffer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ABL creates default buffer automatically</a:t>
            </a:r>
          </a:p>
          <a:p>
            <a:r>
              <a:t>Example:</a:t>
            </a:r>
          </a:p>
          <a:p>
            <a:r>
              <a:t>FOR EACH Customer:</a:t>
            </a:r>
          </a:p>
          <a:p>
            <a:r>
              <a:t> DISPLAY Customer.Name.</a:t>
            </a:r>
          </a:p>
          <a:p>
            <a:r>
              <a:t>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Named Buffer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BUFFER bCust FOR Customer.</a:t>
            </a:r>
          </a:p>
          <a:p>
            <a:r>
              <a:t>FOR EACH bCust NO-LOCK:</a:t>
            </a:r>
          </a:p>
          <a:p>
            <a:r>
              <a:t> DISPLAY bCust.Name.</a:t>
            </a:r>
          </a:p>
          <a:p>
            <a:r>
              <a:t>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Buffer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compare records from same table</a:t>
            </a:r>
          </a:p>
          <a:p>
            <a:r>
              <a:t>Example:</a:t>
            </a:r>
          </a:p>
          <a:p>
            <a:r>
              <a:t>DEFINE BUFFER bCust1 FOR Customer.</a:t>
            </a:r>
          </a:p>
          <a:p>
            <a:r>
              <a:t>DEFINE BUFFER bCust2 FOR Customer.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AVAILABLE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whether record exists</a:t>
            </a:r>
          </a:p>
          <a:p>
            <a:r>
              <a:t>Example:</a:t>
            </a:r>
          </a:p>
          <a:p>
            <a:r>
              <a:t>FIND Customer WHERE CustNum = 10 NO-ERROR.</a:t>
            </a:r>
          </a:p>
          <a:p>
            <a:r>
              <a:t>IF AVAILABLE Customer THEN DISPLAY Name.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NO-ERROR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runtime termination</a:t>
            </a:r>
          </a:p>
          <a:p>
            <a:r>
              <a:t>Useful when record may not exist</a:t>
            </a:r>
          </a:p>
          <a:p>
            <a:r>
              <a:t>Example: FIND Customer NO-ERROR.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ERROR-STATUS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runtime error information</a:t>
            </a:r>
          </a:p>
          <a:p>
            <a:r>
              <a:t>Used after NO-ERROR operations</a:t>
            </a:r>
          </a:p>
          <a:p>
            <a:r>
              <a:t>Can check error messages</a:t>
            </a:r>
          </a:p>
          <a:p>
            <a:r>
              <a:t>Helps in safe program execution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ERROR-STATUS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Customer WHERE CustNum = 999 NO-ERROR.</a:t>
            </a:r>
          </a:p>
          <a:p>
            <a:r>
              <a:t>IF ERROR-STATUS:ERROR THEN</a:t>
            </a:r>
          </a:p>
          <a:p>
            <a:r>
              <a:t> MESSAGE ERROR-STATUS:GET-MESSAGE(1).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use NO-ERROR when needed</a:t>
            </a:r>
          </a:p>
          <a:p>
            <a:r>
              <a:t>Check AVAILABLE after FIND</a:t>
            </a:r>
          </a:p>
          <a:p>
            <a:r>
              <a:t>Use ERROR-STATUS for debugging</a:t>
            </a:r>
          </a:p>
          <a:p>
            <a:r>
              <a:t>Avoid abrupt runtime failures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Buffer Example with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BUFFER bCust FOR Customer.</a:t>
            </a:r>
          </a:p>
          <a:p>
            <a:r>
              <a:t>FIND bCust WHERE bCust.CustNum = 1 EXCLUSIVE-LOCK.</a:t>
            </a:r>
          </a:p>
          <a:p>
            <a:r>
              <a:t>ASSIGN bCust.Balance = 5000.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NO-LOCK for read-only access</a:t>
            </a:r>
          </a:p>
          <a:p>
            <a:r>
              <a:t>Use buffers for readability</a:t>
            </a:r>
          </a:p>
          <a:p>
            <a:r>
              <a:t>Handle errors safely</a:t>
            </a:r>
          </a:p>
          <a:p>
            <a:r>
              <a:t>Keep transactions small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 customer records</a:t>
            </a:r>
          </a:p>
          <a:p>
            <a:r>
              <a:t>Create and update records</a:t>
            </a:r>
          </a:p>
          <a:p>
            <a:r>
              <a:t>Use named buffers</a:t>
            </a:r>
          </a:p>
          <a:p>
            <a:r>
              <a:t>Test ERROR-STATUS handling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EACH and FIND</a:t>
            </a:r>
          </a:p>
          <a:p>
            <a:r>
              <a:t>Learned buffer types</a:t>
            </a:r>
          </a:p>
          <a:p>
            <a:r>
              <a:t>Handled errors using ERROR-STATUS</a:t>
            </a:r>
          </a:p>
          <a:p>
            <a:r>
              <a:t>Performed CRUD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