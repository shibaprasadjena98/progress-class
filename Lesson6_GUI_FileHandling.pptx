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6: GUI and File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Progress 4GL / OpenEdge ABL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GUI concepts in ABL</a:t>
            </a:r>
          </a:p>
          <a:p>
            <a:r>
              <a:t>Create forms and frames</a:t>
            </a:r>
          </a:p>
          <a:p>
            <a:r>
              <a:t>Use GUI widgets</a:t>
            </a:r>
          </a:p>
          <a:p>
            <a:r>
              <a:t>Handle files in ABL</a:t>
            </a:r>
          </a:p>
          <a:p>
            <a:r>
              <a:t>Read and write external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GUI in ABL?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GUI means Graphical User Interface</a:t>
            </a:r>
          </a:p>
          <a:p>
            <a:r>
              <a:t>Allows interaction using forms and widgets</a:t>
            </a:r>
          </a:p>
          <a:p>
            <a:r>
              <a:t>Used in desktop-based ABL applications</a:t>
            </a:r>
          </a:p>
          <a:p>
            <a:r>
              <a:t>Examples: Frames, Buttons, Fill-ins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 groups UI elements together</a:t>
            </a:r>
          </a:p>
          <a:p>
            <a:r>
              <a:t>Helps organize screen layout</a:t>
            </a:r>
          </a:p>
          <a:p>
            <a:r>
              <a:t>Example: DISPLAY cName WITH FRAME frEmp.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 defines screen structure</a:t>
            </a:r>
          </a:p>
          <a:p>
            <a:r>
              <a:t>Example:</a:t>
            </a:r>
          </a:p>
          <a:p>
            <a:r>
              <a:t>FORM Customer.Name Customer.Country.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values on screen</a:t>
            </a:r>
          </a:p>
          <a:p>
            <a:r>
              <a:t>Example: DISPLAY Customer.Name.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Accepts user input</a:t>
            </a:r>
          </a:p>
          <a:p>
            <a:r>
              <a:t>Example: UPDATE cName iAge.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with database fields</a:t>
            </a:r>
          </a:p>
          <a:p>
            <a:r>
              <a:t>Example: SET Customer.Name.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VIEW-AS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Changes widget appearance</a:t>
            </a:r>
          </a:p>
          <a:p>
            <a:r>
              <a:t>Example: VIEW-AS FILL-IN.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FILL-IN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single line input</a:t>
            </a:r>
          </a:p>
          <a:p>
            <a:r>
              <a:t>Example:</a:t>
            </a:r>
          </a:p>
          <a:p>
            <a:r>
              <a:t>DEFINE VARIABLE cName AS CHARACTER</a:t>
            </a:r>
          </a:p>
          <a:p>
            <a:r>
              <a:t>VIEW-AS FILL-IN.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EDITOR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multiline input</a:t>
            </a:r>
          </a:p>
          <a:p>
            <a:r>
              <a:t>Example: VIEW-AS EDITOR.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trigger actions</a:t>
            </a:r>
          </a:p>
          <a:p>
            <a:r>
              <a:t>Example: DEFINE BUTTON btnSave LABEL 'Save'.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TOGGLE-BOX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Represents TRUE/FALSE values</a:t>
            </a:r>
          </a:p>
          <a:p>
            <a:r>
              <a:t>Example: VIEW-AS TOGGLE-BOX.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RADIO-SET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Allows single option selection</a:t>
            </a:r>
          </a:p>
          <a:p>
            <a:r>
              <a:t>Example: RADIO-BUTTONS 'Male','M','Female','F'.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COMBO-BOX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Dropdown selection widget</a:t>
            </a:r>
          </a:p>
          <a:p>
            <a:r>
              <a:t>Example: LIST-ITEMS 'HR','IT','Admin'.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BROWSE Widget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records in tabular format</a:t>
            </a:r>
          </a:p>
          <a:p>
            <a:r>
              <a:t>Example: DEFINE BROWSE brCust QUERY qCust.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ALERT-BOX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popup message</a:t>
            </a:r>
          </a:p>
          <a:p>
            <a:r>
              <a:t>Example:</a:t>
            </a:r>
          </a:p>
          <a:p>
            <a:r>
              <a:t>MESSAGE 'Saved' VIEW-AS ALERT-BOX.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Form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</a:t>
            </a:r>
          </a:p>
          <a:p>
            <a:r>
              <a:t> cName LABEL 'Name'</a:t>
            </a:r>
          </a:p>
          <a:p>
            <a:r>
              <a:t> iAge LABEL 'Age'</a:t>
            </a:r>
          </a:p>
          <a:p>
            <a:r>
              <a:t> WITH FRAME frEmp.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File Handling?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Reads and writes external files</a:t>
            </a:r>
          </a:p>
          <a:p>
            <a:r>
              <a:t>Used for reports and imports</a:t>
            </a:r>
          </a:p>
          <a:p>
            <a:r>
              <a:t>Supports text file operations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TO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Writes data into file</a:t>
            </a:r>
          </a:p>
          <a:p>
            <a:r>
              <a:t>Example:</a:t>
            </a:r>
          </a:p>
          <a:p>
            <a:r>
              <a:t>OUTPUT TO test.txt.</a:t>
            </a:r>
          </a:p>
          <a:p>
            <a:r>
              <a:t>DISPLAY 'Hello'.</a:t>
            </a:r>
          </a:p>
          <a:p>
            <a:r>
              <a:t>OUTPUT CLOSE.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FROM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Reads data from file</a:t>
            </a:r>
          </a:p>
          <a:p>
            <a:r>
              <a:t>Example: INPUT FROM test.txt.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Reads structured file data</a:t>
            </a:r>
          </a:p>
          <a:p>
            <a:r>
              <a:t>Example: IMPORT cName iAge.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Writes structured data</a:t>
            </a:r>
          </a:p>
          <a:p>
            <a:r>
              <a:t>Example: EXPORT cName iAge.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UNFORMATTED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Writes plain text into file</a:t>
            </a:r>
          </a:p>
          <a:p>
            <a:r>
              <a:t>Example:</a:t>
            </a:r>
          </a:p>
          <a:p>
            <a:r>
              <a:t>PUT UNFORMATTED 'Welcome to ABL'.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Write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OUTPUT TO employee.txt.</a:t>
            </a:r>
          </a:p>
          <a:p>
            <a:r>
              <a:t>PUT UNFORMATTED 'Shiba,101'.</a:t>
            </a:r>
          </a:p>
          <a:p>
            <a:r>
              <a:t>OUTPUT CLOSE.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Read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FROM employee.txt.</a:t>
            </a:r>
          </a:p>
          <a:p>
            <a:r>
              <a:t>IMPORT UNFORMATTED cLine.</a:t>
            </a:r>
          </a:p>
          <a:p>
            <a:r>
              <a:t>DISPLAY cLine.</a:t>
            </a:r>
          </a:p>
          <a:p>
            <a:r>
              <a:t>INPUT CLOSE.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Streams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Streams manage multiple files</a:t>
            </a:r>
          </a:p>
          <a:p>
            <a:r>
              <a:t>Example: DEFINE STREAM sReport.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OUTPUT STREAM sReport TO report.txt.</a:t>
            </a:r>
          </a:p>
          <a:p>
            <a:r>
              <a:t>PUT STREAM sReport UNFORMATTED 'Employee Report'.</a:t>
            </a:r>
          </a:p>
          <a:p>
            <a:r>
              <a:t>OUTPUT STREAM sReport CLOSE.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Close files properly</a:t>
            </a:r>
          </a:p>
          <a:p>
            <a:r>
              <a:t>Use streams for multiple files</a:t>
            </a:r>
          </a:p>
          <a:p>
            <a:r>
              <a:t>Validate file paths</a:t>
            </a:r>
          </a:p>
          <a:p>
            <a:r>
              <a:t>Avoid hardcoded paths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GUI form</a:t>
            </a:r>
          </a:p>
          <a:p>
            <a:r>
              <a:t>Use widgets</a:t>
            </a:r>
          </a:p>
          <a:p>
            <a:r>
              <a:t>Write text into file</a:t>
            </a:r>
          </a:p>
          <a:p>
            <a:r>
              <a:t>Read and display file content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GUI concepts</a:t>
            </a:r>
          </a:p>
          <a:p>
            <a:r>
              <a:t>Used frames and widgets</a:t>
            </a:r>
          </a:p>
          <a:p>
            <a:r>
              <a:t>Performed file handling</a:t>
            </a:r>
          </a:p>
          <a:p>
            <a:r>
              <a:t>Worked with streams and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