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3: Procedures and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procedures in ABL</a:t>
            </a:r>
          </a:p>
          <a:p>
            <a:r>
              <a:t>Create and call procedures</a:t>
            </a:r>
          </a:p>
          <a:p>
            <a:r>
              <a:t>Understand functions</a:t>
            </a:r>
          </a:p>
          <a:p>
            <a:r>
              <a:t>Use parameters and handles</a:t>
            </a:r>
          </a:p>
          <a:p>
            <a:r>
              <a:t>Learn persistent procedures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Procedure?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block of code</a:t>
            </a:r>
          </a:p>
          <a:p>
            <a:r>
              <a:t>Organizes business logic</a:t>
            </a:r>
          </a:p>
          <a:p>
            <a:r>
              <a:t>Can accept parameters</a:t>
            </a:r>
          </a:p>
          <a:p>
            <a:r>
              <a:t>Example: RUN displayMessage.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Procedure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inside a program</a:t>
            </a:r>
          </a:p>
          <a:p>
            <a:r>
              <a:t>Syntax example:</a:t>
            </a:r>
          </a:p>
          <a:p>
            <a:r>
              <a:t>PROCEDURE showMsg:</a:t>
            </a:r>
          </a:p>
          <a:p>
            <a:r>
              <a:t>  DISPLAY 'Hello'.</a:t>
            </a:r>
          </a:p>
          <a:p>
            <a:r>
              <a:t>END PROCEDURE.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Calling a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RUN statement</a:t>
            </a:r>
          </a:p>
          <a:p>
            <a:r>
              <a:t>Example: RUN showMsg.</a:t>
            </a:r>
          </a:p>
          <a:p>
            <a:r>
              <a:t>Can pass INPUT/OUTPUT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Remain in memory after execution</a:t>
            </a:r>
          </a:p>
          <a:p>
            <a:r>
              <a:t>Used for reusable business logic</a:t>
            </a:r>
          </a:p>
          <a:p>
            <a:r>
              <a:t>Started using: RUN myProc.p PERSISTENT SET hProc.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Handles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stores reference to persistent procedure</a:t>
            </a:r>
          </a:p>
          <a:p>
            <a:r>
              <a:t>Syntax: DEFINE VARIABLE hProc AS HANDLE NO-UNDO.</a:t>
            </a:r>
          </a:p>
          <a:p>
            <a:r>
              <a:t>Example: RUN fetchData IN hProc.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Persistent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VARIABLE hProc AS HANDLE NO-UNDO.</a:t>
            </a:r>
          </a:p>
          <a:p>
            <a:r>
              <a:t>RUN customerProc.p PERSISTENT SET hProc.</a:t>
            </a:r>
          </a:p>
          <a:p>
            <a:r>
              <a:t>RUN fetchCustomer IN hProc.</a:t>
            </a:r>
          </a:p>
          <a:p>
            <a:r>
              <a:t>DELETE PROCEDURE hProc.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values into procedures</a:t>
            </a:r>
          </a:p>
          <a:p>
            <a:r>
              <a:t>Syntax: DEFINE INPUT PARAMETER pName AS CHARACTER.</a:t>
            </a:r>
          </a:p>
          <a:p>
            <a:r>
              <a:t>Example: RUN greet(INPUT 'Shiba').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values from procedures</a:t>
            </a:r>
          </a:p>
          <a:p>
            <a:r>
              <a:t>Syntax: DEFINE OUTPUT PARAMETER pTotal AS DECIMAL.</a:t>
            </a:r>
          </a:p>
          <a:p>
            <a:r>
              <a:t>Example: RUN calcTotal(OUTPUT dTotal).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Input-Output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and modify values</a:t>
            </a:r>
          </a:p>
          <a:p>
            <a:r>
              <a:t>Syntax: DEFINE INPUT-OUTPUT PARAMETER pCount AS INTEGER.</a:t>
            </a:r>
          </a:p>
          <a:p>
            <a:r>
              <a:t>Example: RUN update(INPUT-OUTPUT iCount).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returns a single value</a:t>
            </a:r>
          </a:p>
          <a:p>
            <a:r>
              <a:t>Used inside expressions</a:t>
            </a:r>
          </a:p>
          <a:p>
            <a:r>
              <a:t>Reusable calculation logic</a:t>
            </a:r>
          </a:p>
          <a:p>
            <a:r>
              <a:t>Example: LENGTH('Progress').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Defined Function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funcName RETURNS datatype ():</a:t>
            </a:r>
          </a:p>
          <a:p>
            <a:r>
              <a:t>  RETURN value.</a:t>
            </a:r>
          </a:p>
          <a:p>
            <a:r>
              <a:t>END FUNCTION.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 declares a function before implementation</a:t>
            </a:r>
          </a:p>
          <a:p>
            <a:r>
              <a:t>Useful when function is called before definition</a:t>
            </a:r>
          </a:p>
          <a:p>
            <a:r>
              <a:t>Syntax: FUNCTION getTotal RETURNS DECIMAL FORWARD.</a:t>
            </a:r>
          </a:p>
          <a:p>
            <a:r>
              <a:t>Allows better code organization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FORWARD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getSquare RETURNS INTEGER FORWARD.</a:t>
            </a:r>
          </a:p>
          <a:p>
            <a:r>
              <a:t>DISPLAY getSquare(5).</a:t>
            </a:r>
          </a:p>
          <a:p>
            <a:r>
              <a:t>FUNCTION getSquare RETURNS INTEGER(INPUT iNum AS INTEGER):</a:t>
            </a:r>
          </a:p>
          <a:p>
            <a:r>
              <a:t>  RETURN iNum * iNum.</a:t>
            </a:r>
          </a:p>
          <a:p>
            <a:r>
              <a:t>END FUNCTION.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User Defined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getCube RETURNS INTEGER(INPUT iNum AS INTEGER):</a:t>
            </a:r>
          </a:p>
          <a:p>
            <a:r>
              <a:t>  RETURN iNum * iNum * iNum.</a:t>
            </a:r>
          </a:p>
          <a:p>
            <a:r>
              <a:t>END FUNCTION.</a:t>
            </a:r>
          </a:p>
          <a:p>
            <a:r>
              <a:t>DISPLAY getCube(3).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 TODAY, STRING, CAPS, LENGTH</a:t>
            </a:r>
          </a:p>
          <a:p>
            <a:r>
              <a:t>Example: DISPLAY CAPS('progress').</a:t>
            </a:r>
          </a:p>
          <a:p>
            <a:r>
              <a:t>Example: DISPLAY STRING(TODAY).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Procedure vs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Procedure uses RUN statement</a:t>
            </a:r>
          </a:p>
          <a:p>
            <a:r>
              <a:t>Function returns value directly</a:t>
            </a:r>
          </a:p>
          <a:p>
            <a:r>
              <a:t>Functions used in expressions</a:t>
            </a:r>
          </a:p>
          <a:p>
            <a:r>
              <a:t>Procedures can return multiple outputs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reusable procedures/functions</a:t>
            </a:r>
          </a:p>
          <a:p>
            <a:r>
              <a:t>Use meaningful names</a:t>
            </a:r>
          </a:p>
          <a:p>
            <a:r>
              <a:t>DELETE PROCEDURE when done</a:t>
            </a:r>
          </a:p>
          <a:p>
            <a:r>
              <a:t>Use FORWARD for cleaner organization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procedures and functions</a:t>
            </a:r>
          </a:p>
          <a:p>
            <a:r>
              <a:t>Used parameters and handles</a:t>
            </a:r>
          </a:p>
          <a:p>
            <a:r>
              <a:t>Worked with persistent procedures</a:t>
            </a:r>
          </a:p>
          <a:p>
            <a:r>
              <a:t>Learned FORWARD declaration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443</Words>
  <Application>Microsoft Office PowerPoint</Application>
  <PresentationFormat>On-screen Show (4:3)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Lesson 3: Procedures and Functions</vt:lpstr>
      <vt:lpstr>Lesson Objectives</vt:lpstr>
      <vt:lpstr>What is a Procedure?</vt:lpstr>
      <vt:lpstr>Internal Procedure Syntax</vt:lpstr>
      <vt:lpstr>Calling a Procedure</vt:lpstr>
      <vt:lpstr>Persistent Procedures</vt:lpstr>
      <vt:lpstr>Procedure Handles</vt:lpstr>
      <vt:lpstr>Example: Persistent Procedure</vt:lpstr>
      <vt:lpstr>Input Parameters</vt:lpstr>
      <vt:lpstr>Output Parameters</vt:lpstr>
      <vt:lpstr>Input-Output Parameters</vt:lpstr>
      <vt:lpstr>What is a Function?</vt:lpstr>
      <vt:lpstr>User Defined Function Syntax</vt:lpstr>
      <vt:lpstr>FORWARD in Functions</vt:lpstr>
      <vt:lpstr>Example: FORWARD Function</vt:lpstr>
      <vt:lpstr>Example: User Defined Function</vt:lpstr>
      <vt:lpstr>Built-in Functions</vt:lpstr>
      <vt:lpstr>Procedure vs Function</vt:lpstr>
      <vt:lpstr>Best Practices</vt:lpstr>
      <vt:lpstr>Lesson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Shibaprasad Jena</cp:lastModifiedBy>
  <cp:revision>1</cp:revision>
  <dcterms:created xsi:type="dcterms:W3CDTF">2013-01-27T09:14:16Z</dcterms:created>
  <dcterms:modified xsi:type="dcterms:W3CDTF">2026-05-12T11:39:58Z</dcterms:modified>
  <cp:category/>
</cp:coreProperties>
</file>