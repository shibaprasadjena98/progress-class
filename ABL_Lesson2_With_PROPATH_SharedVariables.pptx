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2: Develop Program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Progress 4GL / OpenEdge ABL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and use variables</a:t>
            </a:r>
          </a:p>
          <a:p>
            <a:r>
              <a:t>Work with dates, numbers, and strings</a:t>
            </a:r>
          </a:p>
          <a:p>
            <a:r>
              <a:t>Use comparisons and conditions</a:t>
            </a:r>
          </a:p>
          <a:p>
            <a:r>
              <a:t>Create loops and branching logic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PROPATH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PROPATH defines search paths for ABL programs</a:t>
            </a:r>
          </a:p>
          <a:p>
            <a:r>
              <a:t>ABL searches these directories for .p and .w files</a:t>
            </a:r>
          </a:p>
          <a:p>
            <a:r>
              <a:t>Helps organize application modules and shared code</a:t>
            </a:r>
          </a:p>
          <a:p>
            <a:r>
              <a:t>Example: PROPATH = "C:/OpenEdge/app,C:/OpenEdge/common"</a:t>
            </a:r>
          </a:p>
          <a:p>
            <a:r>
              <a:t>View current PROPATH using: MESSAGE PROPATH.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Shared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variables are accessible across procedures</a:t>
            </a:r>
          </a:p>
          <a:p>
            <a:r>
              <a:t>Used to share common data between programs</a:t>
            </a:r>
          </a:p>
          <a:p>
            <a:r>
              <a:t>Syntax: DEFINE SHARED VARIABLE cUser AS CHARACTER NO-UNDO.</a:t>
            </a:r>
          </a:p>
          <a:p>
            <a:r>
              <a:t>Example: DEFINE SHARED VARIABLE cCompany AS CHARACTER INITIAL "Broadridge" NO-UNDO.</a:t>
            </a:r>
          </a:p>
          <a:p>
            <a:r>
              <a:t>Use carefully to avoid unexpected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 Statement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Variables store values</a:t>
            </a:r>
          </a:p>
          <a:p>
            <a:r>
              <a:t>Example: DEFINE VARIABLE iQty AS INTEGER NO-UNDO.</a:t>
            </a:r>
          </a:p>
          <a:p>
            <a:r>
              <a:t>Operators manipulate data</a:t>
            </a:r>
          </a:p>
          <a:p>
            <a:r>
              <a:t>Example: dTotal = Price * Qty.</a:t>
            </a:r>
          </a:p>
          <a:p>
            <a:r>
              <a:t>Functions return results</a:t>
            </a:r>
          </a:p>
          <a:p>
            <a:r>
              <a:t>Example: DISPLAY TODAY.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Assign values to variables</a:t>
            </a:r>
          </a:p>
          <a:p>
            <a:r>
              <a:t>Example: ASSIGN cName = "John".</a:t>
            </a:r>
          </a:p>
          <a:p>
            <a:r>
              <a:t>Supports multiple assignments</a:t>
            </a:r>
          </a:p>
          <a:p>
            <a:r>
              <a:t>Example: ASSIGN iAge = 25 dSalary = 5000.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TODAY returns current date</a:t>
            </a:r>
          </a:p>
          <a:p>
            <a:r>
              <a:t>Example: DISPLAY TODAY.</a:t>
            </a:r>
          </a:p>
          <a:p>
            <a:r>
              <a:t>DAY returns day of month</a:t>
            </a:r>
          </a:p>
          <a:p>
            <a:r>
              <a:t>Example: DISPLAY DAY(TODAY).</a:t>
            </a:r>
          </a:p>
          <a:p>
            <a:r>
              <a:t>MONTH returns current month</a:t>
            </a:r>
          </a:p>
          <a:p>
            <a:r>
              <a:t>Example: DISPLAY MONTH(TODAY).</a:t>
            </a:r>
          </a:p>
          <a:p>
            <a:r>
              <a:t>YEAR returns current year</a:t>
            </a:r>
          </a:p>
          <a:p>
            <a:r>
              <a:t>Example: DISPLAY YEAR(TODAY).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Addition operator (+)</a:t>
            </a:r>
          </a:p>
          <a:p>
            <a:r>
              <a:t>Example: iTotal = 10 + 20.</a:t>
            </a:r>
          </a:p>
          <a:p>
            <a:r>
              <a:t>MODULO returns remainder</a:t>
            </a:r>
          </a:p>
          <a:p>
            <a:r>
              <a:t>Example: DISPLAY 17 MODULO 3.</a:t>
            </a:r>
          </a:p>
          <a:p>
            <a:r>
              <a:t>ROUND rounds values</a:t>
            </a:r>
          </a:p>
          <a:p>
            <a:r>
              <a:t>Example: DISPLAY ROUND(123.456,2).</a:t>
            </a:r>
          </a:p>
          <a:p>
            <a:r>
              <a:t>TRUNCATE removes decimals</a:t>
            </a:r>
          </a:p>
          <a:p>
            <a:r>
              <a:t>Example: DISPLAY TRUNCATE(123.456,1).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TRUE/FALSE or YES/NO values</a:t>
            </a:r>
          </a:p>
          <a:p>
            <a:r>
              <a:t>Example: DEFINE VARIABLE lOK AS LOGICAL NO-UNDO.</a:t>
            </a:r>
          </a:p>
          <a:p>
            <a:r>
              <a:t>Default value is FALSE</a:t>
            </a:r>
          </a:p>
          <a:p>
            <a:r>
              <a:t>Example: MESSAGE lOK.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Concatenate strings with +</a:t>
            </a:r>
          </a:p>
          <a:p>
            <a:r>
              <a:t>Example: cFullName = cFirst + " " + cLast.</a:t>
            </a:r>
          </a:p>
          <a:p>
            <a:r>
              <a:t>Use SUBSTITUTE for formatting</a:t>
            </a:r>
          </a:p>
          <a:p>
            <a:r>
              <a:t>Example: SUBSTITUTE("&amp;1 is learning ABL", cName).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LENGTH counts characters</a:t>
            </a:r>
          </a:p>
          <a:p>
            <a:r>
              <a:t>Example: LENGTH("Progress").</a:t>
            </a:r>
          </a:p>
          <a:p>
            <a:r>
              <a:t>SUBSTRING extracts text</a:t>
            </a:r>
          </a:p>
          <a:p>
            <a:r>
              <a:t>Example: SUBSTRING("Progress",1,4).</a:t>
            </a:r>
          </a:p>
          <a:p>
            <a:r>
              <a:t>TRIM removes spaces</a:t>
            </a:r>
          </a:p>
          <a:p>
            <a:r>
              <a:t>Example: TRIM(" Hello ").</a:t>
            </a:r>
          </a:p>
          <a:p>
            <a:r>
              <a:t>REPLACE changes text</a:t>
            </a:r>
          </a:p>
          <a:p>
            <a:r>
              <a:t>Example: REPLACE("A,B,C",",","|").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Lists in ABL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LOOKUP checks item position</a:t>
            </a:r>
          </a:p>
          <a:p>
            <a:r>
              <a:t>Example: LOOKUP("HR","IT,HR,Admin").</a:t>
            </a:r>
          </a:p>
          <a:p>
            <a:r>
              <a:t>ENTRY returns list item</a:t>
            </a:r>
          </a:p>
          <a:p>
            <a:r>
              <a:t>Example: ENTRY(2,"Red,Blue,Green").</a:t>
            </a:r>
          </a:p>
          <a:p>
            <a:r>
              <a:t>NUM-ENTRIES counts items</a:t>
            </a:r>
          </a:p>
          <a:p>
            <a:r>
              <a:t>Example: NUM-ENTRIES("A,B,C").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= checks equality</a:t>
            </a:r>
          </a:p>
          <a:p>
            <a:r>
              <a:t>Example: IF iNum = 10 THEN DISPLAY iNum.</a:t>
            </a:r>
          </a:p>
          <a:p>
            <a:r>
              <a:t>&lt;&gt; checks not equal</a:t>
            </a:r>
          </a:p>
          <a:p>
            <a:r>
              <a:t>Example: IF cCountry &lt;&gt; "USA" THEN DISPLAY cCountry.</a:t>
            </a:r>
          </a:p>
          <a:p>
            <a:r>
              <a:t>AND combines conditions</a:t>
            </a:r>
          </a:p>
          <a:p>
            <a:r>
              <a:t>Example: IF Age &gt; 18 AND Country = "India" THEN DISPLAY "Valid".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IF...THEN...ELSE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Conditional branching logic</a:t>
            </a:r>
          </a:p>
          <a:p>
            <a:r>
              <a:t>Example: IF iMarks &gt;= 40 THEN DISPLAY "Pass".</a:t>
            </a:r>
          </a:p>
          <a:p>
            <a:r>
              <a:t>ELSE handles alternate condition</a:t>
            </a:r>
          </a:p>
          <a:p>
            <a:r>
              <a:t>Example: ELSE DISPLAY "Fail".</a:t>
            </a:r>
          </a:p>
          <a:p>
            <a:r>
              <a:t>DO blocks for multiple statements</a:t>
            </a:r>
          </a:p>
          <a:p>
            <a:r>
              <a:t>Example: IF lOK THEN DO: DISPLAY 'Approved'. 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multiple conditions</a:t>
            </a:r>
          </a:p>
          <a:p>
            <a:r>
              <a:t>Example: CASE MONTH(TODAY):</a:t>
            </a:r>
          </a:p>
          <a:p>
            <a:r>
              <a:t>WHEN clauses define logic</a:t>
            </a:r>
          </a:p>
          <a:p>
            <a:r>
              <a:t>Example: WHEN 1 THEN DISPLAY 'January'.</a:t>
            </a:r>
          </a:p>
          <a:p>
            <a:r>
              <a:t>OTHERWISE handles default</a:t>
            </a:r>
          </a:p>
          <a:p>
            <a:r>
              <a:t>Example: OTHERWISE DISPLAY 'Other Month'.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WHILE repeats until condition fails</a:t>
            </a:r>
          </a:p>
          <a:p>
            <a:r>
              <a:t>Example: DO WHILE i &lt; 5: i = i + 1. END.</a:t>
            </a:r>
          </a:p>
          <a:p>
            <a:r>
              <a:t>DO...TO...BY repeats with increment</a:t>
            </a:r>
          </a:p>
          <a:p>
            <a:r>
              <a:t>Example: DO i = 1 TO 10 BY 2: DISPLAY i. END.</a:t>
            </a:r>
          </a:p>
          <a:p>
            <a:r>
              <a:t>FOR EACH loops through records</a:t>
            </a:r>
          </a:p>
          <a:p>
            <a:r>
              <a:t>Example: FOR EACH Customer: DISPLAY Name. END.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Learned PROPATH and shared variables</a:t>
            </a:r>
          </a:p>
          <a:p>
            <a:r>
              <a:t>Worked with strings, lists, dates, and numbers</a:t>
            </a:r>
          </a:p>
          <a:p>
            <a:r>
              <a:t>Used conditions and loops</a:t>
            </a:r>
          </a:p>
          <a:p>
            <a:r>
              <a:t>Practiced examples for all concepts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