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6: GUI and File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4GL / OpenEdge ABL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GUI concepts in ABL</a:t>
            </a:r>
          </a:p>
          <a:p>
            <a:r>
              <a:t>Create forms and frames</a:t>
            </a:r>
          </a:p>
          <a:p>
            <a:r>
              <a:t>Use GUI widgets</a:t>
            </a:r>
          </a:p>
          <a:p>
            <a:r>
              <a:t>Handle files in ABL</a:t>
            </a:r>
          </a:p>
          <a:p>
            <a:r>
              <a:t>Read and write external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GUI in ABL?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 means Graphical User Interface</a:t>
            </a:r>
          </a:p>
          <a:p>
            <a:r>
              <a:t>Allows interaction using forms and widgets</a:t>
            </a:r>
          </a:p>
          <a:p>
            <a:r>
              <a:t>Used in desktop-based ABL applications</a:t>
            </a:r>
          </a:p>
          <a:p>
            <a:r>
              <a:t>Examples: Frames, Buttons, Fill-ins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 groups multiple widgets together</a:t>
            </a:r>
          </a:p>
          <a:p>
            <a:r>
              <a:t>Helps create organized screen layouts</a:t>
            </a:r>
          </a:p>
          <a:p>
            <a:r>
              <a:t>Supports TITLE and CENTERED options</a:t>
            </a:r>
          </a:p>
          <a:p>
            <a:r>
              <a:t>Example:</a:t>
            </a:r>
          </a:p>
          <a:p>
            <a:r>
              <a:t>DISPLAY cName iAge WITH FRAME frEmp TITLE 'Employee Details' CENTERED.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 creates structured screen layouts</a:t>
            </a:r>
          </a:p>
          <a:p>
            <a:r>
              <a:t>Useful for aligned field display</a:t>
            </a:r>
          </a:p>
          <a:p>
            <a:r>
              <a:t>Example:</a:t>
            </a:r>
          </a:p>
          <a:p>
            <a:r>
              <a:t>FORM</a:t>
            </a:r>
          </a:p>
          <a:p>
            <a:r>
              <a:t> Customer.Name LABEL 'Customer Name'</a:t>
            </a:r>
          </a:p>
          <a:p>
            <a:r>
              <a:t> Customer.Country LABEL 'Country'</a:t>
            </a:r>
          </a:p>
          <a:p>
            <a:r>
              <a:t> Customer.Balance LABEL 'Balance'</a:t>
            </a:r>
          </a:p>
          <a:p>
            <a:r>
              <a:t> WITH FRAME frCust.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values on screen</a:t>
            </a:r>
          </a:p>
          <a:p>
            <a:r>
              <a:t>Example: DISPLAY Customer.Name.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Accepts user input</a:t>
            </a:r>
          </a:p>
          <a:p>
            <a:r>
              <a:t>Example: UPDATE cName iAge.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with database fields</a:t>
            </a:r>
          </a:p>
          <a:p>
            <a:r>
              <a:t>Example: SET Customer.Name.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VIEW-AS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Changes widget appearance</a:t>
            </a:r>
          </a:p>
          <a:p>
            <a:r>
              <a:t>Example: VIEW-AS FILL-IN.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FILL-IN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single line input</a:t>
            </a:r>
          </a:p>
          <a:p>
            <a:r>
              <a:t>Example:</a:t>
            </a:r>
          </a:p>
          <a:p>
            <a:r>
              <a:t>DEFINE VARIABLE cName AS CHARACTER</a:t>
            </a:r>
          </a:p>
          <a:p>
            <a:r>
              <a:t>VIEW-AS FILL-IN.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EDITOR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multiline input</a:t>
            </a:r>
          </a:p>
          <a:p>
            <a:r>
              <a:t>Example: VIEW-AS EDITOR.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Buttons trigger actions like Save/Delete</a:t>
            </a:r>
          </a:p>
          <a:p>
            <a:r>
              <a:t>Example:</a:t>
            </a:r>
          </a:p>
          <a:p>
            <a:r>
              <a:t>DEFINE BUTTON btnSave LABEL 'Save'.</a:t>
            </a:r>
          </a:p>
          <a:p>
            <a:r>
              <a:t>ENABLE btnSave WITH FRAME frMain.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TOGGLE-BOX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TRUE/FALSE values</a:t>
            </a:r>
          </a:p>
          <a:p>
            <a:r>
              <a:t>Example: VIEW-AS TOGGLE-BOX.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RADIO-SET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single option selection</a:t>
            </a:r>
          </a:p>
          <a:p>
            <a:r>
              <a:t>Example: RADIO-BUTTONS 'Male','M','Female','F'.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COMBO-BOX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Dropdown selection widget</a:t>
            </a:r>
          </a:p>
          <a:p>
            <a:r>
              <a:t>Example: LIST-ITEMS 'HR','IT','Admin'.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BROWSE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records in tabular format</a:t>
            </a:r>
          </a:p>
          <a:p>
            <a:r>
              <a:t>Example:</a:t>
            </a:r>
          </a:p>
          <a:p>
            <a:r>
              <a:t>DEFINE QUERY qCust FOR Customer.</a:t>
            </a:r>
          </a:p>
          <a:p>
            <a:r>
              <a:t>DEFINE BROWSE brCust QUERY qCust</a:t>
            </a:r>
          </a:p>
          <a:p>
            <a:r>
              <a:t>DISPLAY Customer.Name Customer.Country Customer.Balance.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ALERT-BOX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popup message</a:t>
            </a:r>
          </a:p>
          <a:p>
            <a:r>
              <a:t>Example:</a:t>
            </a:r>
          </a:p>
          <a:p>
            <a:r>
              <a:t>MESSAGE 'Saved' VIEW-AS ALERT-BOX.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Form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</a:t>
            </a:r>
          </a:p>
          <a:p>
            <a:r>
              <a:t> cName LABEL 'Name'</a:t>
            </a:r>
          </a:p>
          <a:p>
            <a:r>
              <a:t> iAge LABEL 'Age'</a:t>
            </a:r>
          </a:p>
          <a:p>
            <a:r>
              <a:t> WITH FRAME frEmp.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File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and writes external files</a:t>
            </a:r>
          </a:p>
          <a:p>
            <a:r>
              <a:t>Used for reports and imports</a:t>
            </a:r>
          </a:p>
          <a:p>
            <a:r>
              <a:t>Supports text file 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TO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Writes output into external text file</a:t>
            </a:r>
          </a:p>
          <a:p>
            <a:r>
              <a:t>Example:</a:t>
            </a:r>
          </a:p>
          <a:p>
            <a:r>
              <a:t>OUTPUT TO employeeReport.txt.</a:t>
            </a:r>
          </a:p>
          <a:p>
            <a:r>
              <a:t>DISPLAY 'Employee Report'.</a:t>
            </a:r>
          </a:p>
          <a:p>
            <a:r>
              <a:t>OUTPUT CLOSE.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FROM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data from external files</a:t>
            </a:r>
          </a:p>
          <a:p>
            <a:r>
              <a:t>Example:</a:t>
            </a:r>
          </a:p>
          <a:p>
            <a:r>
              <a:t>INPUT FROM employee.txt.</a:t>
            </a:r>
          </a:p>
          <a:p>
            <a:r>
              <a:t>IMPORT UNFORMATTED cLine.</a:t>
            </a:r>
          </a:p>
          <a:p>
            <a:r>
              <a:t>DISPLAY cLine.</a:t>
            </a:r>
          </a:p>
          <a:p>
            <a:r>
              <a:t>INPUT CLOSE.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structured file data</a:t>
            </a:r>
          </a:p>
          <a:p>
            <a:r>
              <a:t>Example: IMPORT cName iAge.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Writes structured data</a:t>
            </a:r>
          </a:p>
          <a:p>
            <a:r>
              <a:t>Example: EXPORT cName iAge.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UNFORMATTED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Writes plain text into file</a:t>
            </a:r>
          </a:p>
          <a:p>
            <a:r>
              <a:t>Example:</a:t>
            </a:r>
          </a:p>
          <a:p>
            <a:r>
              <a:t>PUT UNFORMATTED 'Welcome to ABL'.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Write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TO employee.txt.</a:t>
            </a:r>
          </a:p>
          <a:p>
            <a:r>
              <a:t>PUT UNFORMATTED 'Shiba,101'.</a:t>
            </a:r>
          </a:p>
          <a:p>
            <a:r>
              <a:t>OUTPUT CLOSE.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Read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FROM employee.txt.</a:t>
            </a:r>
          </a:p>
          <a:p>
            <a:r>
              <a:t>IMPORT UNFORMATTED cLine.</a:t>
            </a:r>
          </a:p>
          <a:p>
            <a:r>
              <a:t>DISPLAY cLine.</a:t>
            </a:r>
          </a:p>
          <a:p>
            <a:r>
              <a:t>INPUT CLOSE.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Streams manage multiple files</a:t>
            </a:r>
          </a:p>
          <a:p>
            <a:r>
              <a:t>Example: DEFINE STREAM sReport.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STREAM sReport.</a:t>
            </a:r>
          </a:p>
          <a:p>
            <a:r>
              <a:t>DEFINE STREAM sError.</a:t>
            </a:r>
          </a:p>
          <a:p/>
          <a:p>
            <a:r>
              <a:t>OUTPUT STREAM sReport TO report.txt.</a:t>
            </a:r>
          </a:p>
          <a:p>
            <a:r>
              <a:t>PUT STREAM sReport UNFORMATTED 'Employee Report'.</a:t>
            </a:r>
          </a:p>
          <a:p/>
          <a:p>
            <a:r>
              <a:t>OUTPUT STREAM sError TO error.txt.</a:t>
            </a:r>
          </a:p>
          <a:p>
            <a:r>
              <a:t>PUT STREAM sError UNFORMATTED 'No Errors Found'.</a:t>
            </a:r>
          </a:p>
          <a:p/>
          <a:p>
            <a:r>
              <a:t>OUTPUT STREAM sReport CLOSE.</a:t>
            </a:r>
          </a:p>
          <a:p>
            <a:r>
              <a:t>OUTPUT STREAM sError CLOSE.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 files properly</a:t>
            </a:r>
          </a:p>
          <a:p>
            <a:r>
              <a:t>Use streams for multiple files</a:t>
            </a:r>
          </a:p>
          <a:p>
            <a:r>
              <a:t>Validate file paths</a:t>
            </a:r>
          </a:p>
          <a:p>
            <a:r>
              <a:t>Avoid hardcoded paths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GUI form</a:t>
            </a:r>
          </a:p>
          <a:p>
            <a:r>
              <a:t>Use widgets</a:t>
            </a:r>
          </a:p>
          <a:p>
            <a:r>
              <a:t>Write text into file</a:t>
            </a:r>
          </a:p>
          <a:p>
            <a:r>
              <a:t>Read and display file content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GUI concepts</a:t>
            </a:r>
          </a:p>
          <a:p>
            <a:r>
              <a:t>Used frames and widgets</a:t>
            </a:r>
          </a:p>
          <a:p>
            <a:r>
              <a:t>Performed file handling</a:t>
            </a:r>
          </a:p>
          <a:p>
            <a:r>
              <a:t>Worked with streams and files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Employee GUI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VARIABLE cName AS CHARACTER VIEW-AS FILL-IN SIZE 25 BY 1.</a:t>
            </a:r>
          </a:p>
          <a:p>
            <a:r>
              <a:t>DEFINE VARIABLE iAge AS INTEGER VIEW-AS FILL-IN.</a:t>
            </a:r>
          </a:p>
          <a:p>
            <a:r>
              <a:t>DEFINE VARIABLE cDept AS CHARACTER VIEW-AS COMBO-BOX</a:t>
            </a:r>
          </a:p>
          <a:p>
            <a:r>
              <a:t>LIST-ITEMS 'HR','IT','Finance'.</a:t>
            </a:r>
          </a:p>
          <a:p/>
          <a:p>
            <a:r>
              <a:t>FORM</a:t>
            </a:r>
          </a:p>
          <a:p>
            <a:r>
              <a:t> cName LABEL 'Employee Name'</a:t>
            </a:r>
          </a:p>
          <a:p>
            <a:r>
              <a:t> iAge LABEL 'Age'</a:t>
            </a:r>
          </a:p>
          <a:p>
            <a:r>
              <a:t> cDept LABEL 'Department'</a:t>
            </a:r>
          </a:p>
          <a:p>
            <a:r>
              <a:t> WITH FRAME frEmp TITLE 'Employee Entry Form' CENTERED.</a:t>
            </a:r>
          </a:p>
          <a:p/>
          <a:p>
            <a:r>
              <a:t>UPDATE cName iAge cDept.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Write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TO employee.txt.</a:t>
            </a:r>
          </a:p>
          <a:p/>
          <a:p>
            <a:r>
              <a:t>DO i = 1 TO 3:</a:t>
            </a:r>
          </a:p>
          <a:p>
            <a:r>
              <a:t> PUT UNFORMATTED 'Employee-' i SKIP.</a:t>
            </a:r>
          </a:p>
          <a:p>
            <a:r>
              <a:t>END.</a:t>
            </a:r>
          </a:p>
          <a:p/>
          <a:p>
            <a:r>
              <a:t>OUTPUT CLOSE.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Read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VARIABLE cLine AS CHARACTER NO-UNDO.</a:t>
            </a:r>
          </a:p>
          <a:p/>
          <a:p>
            <a:r>
              <a:t>INPUT FROM employee.txt.</a:t>
            </a:r>
          </a:p>
          <a:p/>
          <a:p>
            <a:r>
              <a:t>REPEAT:</a:t>
            </a:r>
          </a:p>
          <a:p>
            <a:r>
              <a:t> IMPORT UNFORMATTED cLine.</a:t>
            </a:r>
          </a:p>
          <a:p>
            <a:r>
              <a:t> DISPLAY cLine.</a:t>
            </a:r>
          </a:p>
          <a:p>
            <a:r>
              <a:t>END.</a:t>
            </a:r>
          </a:p>
          <a:p/>
          <a:p>
            <a:r>
              <a:t>INPUT CLOSE.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/ EXPORT 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TO empData.txt.</a:t>
            </a:r>
          </a:p>
          <a:p>
            <a:r>
              <a:t>EXPORT 'Shiba' 101 'IT'.</a:t>
            </a:r>
          </a:p>
          <a:p>
            <a:r>
              <a:t>EXPORT 'Rahul' 102 'HR'.</a:t>
            </a:r>
          </a:p>
          <a:p>
            <a:r>
              <a:t>OUTPUT CLOSE.</a:t>
            </a:r>
          </a:p>
          <a:p/>
          <a:p>
            <a:r>
              <a:t>INPUT FROM empData.txt.</a:t>
            </a:r>
          </a:p>
          <a:p>
            <a:r>
              <a:t>IMPORT cName iEmpId cDept.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Widget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FILL-IN → Employee Name</a:t>
            </a:r>
          </a:p>
          <a:p>
            <a:r>
              <a:t>EDITOR → Comments</a:t>
            </a:r>
          </a:p>
          <a:p>
            <a:r>
              <a:t>COMBO-BOX → Department</a:t>
            </a:r>
          </a:p>
          <a:p>
            <a:r>
              <a:t>RADIO-SET → Gender</a:t>
            </a:r>
          </a:p>
          <a:p>
            <a:r>
              <a:t>TOGGLE-BOX → Active Status</a:t>
            </a:r>
          </a:p>
          <a:p>
            <a:r>
              <a:t>BUTTON → Save/Delete</a:t>
            </a:r>
          </a:p>
          <a:p>
            <a:r>
              <a:t>BROWSE → Employee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