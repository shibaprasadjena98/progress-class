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Progress 4GL Basics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Variables and Datatypes</a:t>
            </a:r>
          </a:p>
          <a:p>
            <a:r>
              <a:t>Training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Background: 3GL vs 4GL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Progress 4GL is a fourth-generation language (4GL).</a:t>
            </a:r>
          </a:p>
          <a:p>
            <a:pPr/>
            <a:r>
              <a:t>Designed to simplify business application development.</a:t>
            </a:r>
          </a:p>
          <a:p>
            <a:pPr/>
            <a:r>
              <a:t>3GLs require more explicit coding and control flow.</a:t>
            </a:r>
          </a:p>
          <a:p>
            <a:pPr/>
            <a:r>
              <a:t>Examples of 3GLs: C, Java, Python, COBOL, Pascal.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History of Progress 4GL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Developed by Progress Software Corporation in 1983.</a:t>
            </a:r>
          </a:p>
          <a:p>
            <a:pPr/>
            <a:r>
              <a:t>Designed for enterprise application development.</a:t>
            </a:r>
          </a:p>
          <a:p>
            <a:pPr/>
            <a:r>
              <a:t>Later renamed OpenEdge ABL.</a:t>
            </a:r>
          </a:p>
          <a:p>
            <a:pPr/>
            <a:r>
              <a:t>Strengths: rapid development, integrated DB access, business logic support.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Display Message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MESSAGE "Starting Progress 4GL variable and datatype basics" VIEW-AS ALERT-BOX.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 Declaration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DEFINE VARIABLE i AS INTEGER NO-UNDO.</a:t>
            </a:r>
          </a:p>
          <a:p>
            <a:pPr/>
            <a:r>
              <a:t>DEFINE VARIABLE cName AS CHARACTER NO-UNDO.</a:t>
            </a:r>
          </a:p>
          <a:p>
            <a:pPr/>
            <a:r>
              <a:t>DEFINE VARIABLE dAmount AS DECIMAL NO-UNDO.</a:t>
            </a:r>
          </a:p>
          <a:p>
            <a:pPr/>
            <a:r>
              <a:t>DEFINE VARIABLE lActive AS LOGICAL NO-UNDO.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CHARACTER – text/string</a:t>
            </a:r>
          </a:p>
          <a:p>
            <a:pPr/>
            <a:r>
              <a:t>INTEGER / INT64 – numbers</a:t>
            </a:r>
          </a:p>
          <a:p>
            <a:pPr/>
            <a:r>
              <a:t>DECIMAL – decimal numbers</a:t>
            </a:r>
          </a:p>
          <a:p>
            <a:pPr/>
            <a:r>
              <a:t>LOGICAL – true/false</a:t>
            </a:r>
          </a:p>
          <a:p>
            <a:pPr/>
            <a:r>
              <a:t>DATE / DATETIME / DATETIME-TZ</a:t>
            </a:r>
          </a:p>
          <a:p>
            <a:pPr/>
            <a:r>
              <a:t>LONGCHAR, ROWID, HANDLE, RAW, BLOB, CLOB, CLASS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Default Initial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CHARACTER → empty string</a:t>
            </a:r>
          </a:p>
          <a:p>
            <a:pPr/>
            <a:r>
              <a:t>INTEGER / INT64 → 0</a:t>
            </a:r>
          </a:p>
          <a:p>
            <a:pPr/>
            <a:r>
              <a:t>DECIMAL → 0.00</a:t>
            </a:r>
          </a:p>
          <a:p>
            <a:pPr/>
            <a:r>
              <a:t>LOGICAL → FALSE</a:t>
            </a:r>
          </a:p>
          <a:p>
            <a:pPr/>
            <a:r>
              <a:t>DATE / DATETIME → default blank/date</a:t>
            </a:r>
          </a:p>
          <a:p>
            <a:pPr/>
            <a:r>
              <a:t>HANDLE / CLASS / BLOB → undefined (?)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Default Display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INTEGER → -&gt;&gt;,&gt;&gt;9</a:t>
            </a:r>
          </a:p>
          <a:p>
            <a:pPr/>
            <a:r>
              <a:t>DECIMAL → -&gt;&gt;,&gt;&gt;9.99</a:t>
            </a:r>
          </a:p>
          <a:p>
            <a:pPr/>
            <a:r>
              <a:t>LOGICAL → TRUE/FALSE</a:t>
            </a:r>
          </a:p>
          <a:p>
            <a:pPr/>
            <a:r>
              <a:t>DATE → 99/99/9999</a:t>
            </a:r>
          </a:p>
          <a:p>
            <a:pPr/>
            <a:r>
              <a:t>DATETIME → 99/99/9999 99:99:99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Datatype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DEFINE VARIABLE hFile AS HANDLE NO-UNDO.</a:t>
            </a:r>
          </a:p>
          <a:p>
            <a:pPr/>
            <a:r>
              <a:t>DEFINE VARIABLE dtz AS DATETIME-TZ NO-UNDO.</a:t>
            </a:r>
          </a:p>
          <a:p>
            <a:pPr/>
            <a:r>
              <a:t>DEFINE VARIABLE i64 AS INT64 NO-UNDO.</a:t>
            </a:r>
          </a:p>
          <a:p>
            <a:pPr/>
            <a:r>
              <a:t>MESSAGE "Default values and types defined." VIEW-AS ALERT-BOX.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DEFINE VARIABLE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NO-UNDO – prevents rollback tracking</a:t>
            </a:r>
          </a:p>
          <a:p>
            <a:pPr/>
            <a:r>
              <a:t>LIKE – inherit type from another variable</a:t>
            </a:r>
          </a:p>
          <a:p>
            <a:pPr/>
            <a:r>
              <a:t>INITIAL – assign default value</a:t>
            </a:r>
          </a:p>
          <a:p>
            <a:pPr/>
            <a:r>
              <a:t>FORMAT – control output display</a:t>
            </a:r>
          </a:p>
          <a:p>
            <a:pPr/>
            <a:r>
              <a:t>LABEL – user friendly name</a:t>
            </a:r>
          </a:p>
          <a:p>
            <a:pPr/>
            <a:r>
              <a:t>EXTENT – fixed-size array</a:t>
            </a:r>
          </a:p>
          <a:p>
            <a:pPr/>
            <a:r>
              <a:t>SHARED – share across procedures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and Usage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Local variables – current procedure</a:t>
            </a:r>
          </a:p>
          <a:p>
            <a:pPr/>
            <a:r>
              <a:t>Parameters – procedure signatures</a:t>
            </a:r>
          </a:p>
          <a:p>
            <a:pPr/>
            <a:r>
              <a:t>Shared variables – accessible across procedures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with Multiple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DEFINE VARIABLE cFirstName AS CHARACTER NO-UNDO LABEL "First Name".</a:t>
            </a:r>
          </a:p>
          <a:p>
            <a:pPr/>
            <a:r>
              <a:t>DEFINE VARIABLE nQty AS INTEGER NO-UNDO INITIAL 1.</a:t>
            </a:r>
          </a:p>
          <a:p>
            <a:pPr/>
            <a:r>
              <a:t>DEFINE VARIABLE dPrice AS DECIMAL NO-UNDO FORMAT "&gt;,&gt;9.99".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Prefer NO-UNDO for local variables.</a:t>
            </a:r>
          </a:p>
          <a:p>
            <a:pPr/>
            <a:r>
              <a:t>Use LIKE for matching datatypes.</a:t>
            </a:r>
          </a:p>
          <a:p>
            <a:pPr/>
            <a:r>
              <a:t>Choose meaningful variable names.</a:t>
            </a:r>
          </a:p>
          <a:p>
            <a:pPr/>
            <a:r>
              <a:t>Use LABEL for clarity.</a:t>
            </a:r>
          </a:p>
          <a:p>
            <a:pPr/>
            <a:r>
              <a:t>Use EXTENT only for fixed-size arrays.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